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04091C-545B-4C97-A30A-00DE7F31C8F9}" v="306" dt="2025-11-02T11:46:04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M" userId="92ed1cb7dae26ef8" providerId="LiveId" clId="{5D622174-1512-44C6-995B-2092B6E6CAED}"/>
    <pc:docChg chg="undo custSel addSld delSld modSld sldOrd">
      <pc:chgData name="Keerthana M" userId="92ed1cb7dae26ef8" providerId="LiveId" clId="{5D622174-1512-44C6-995B-2092B6E6CAED}" dt="2025-11-02T11:47:09.721" v="656" actId="12"/>
      <pc:docMkLst>
        <pc:docMk/>
      </pc:docMkLst>
      <pc:sldChg chg="addSp delSp modSp mod">
        <pc:chgData name="Keerthana M" userId="92ed1cb7dae26ef8" providerId="LiveId" clId="{5D622174-1512-44C6-995B-2092B6E6CAED}" dt="2025-10-29T12:15:30.424" v="465" actId="1076"/>
        <pc:sldMkLst>
          <pc:docMk/>
          <pc:sldMk cId="1836028875" sldId="256"/>
        </pc:sldMkLst>
        <pc:spChg chg="mod">
          <ac:chgData name="Keerthana M" userId="92ed1cb7dae26ef8" providerId="LiveId" clId="{5D622174-1512-44C6-995B-2092B6E6CAED}" dt="2025-10-29T12:07:17.772" v="414" actId="1076"/>
          <ac:spMkLst>
            <pc:docMk/>
            <pc:sldMk cId="1836028875" sldId="256"/>
            <ac:spMk id="2" creationId="{441B74C4-4BCB-4CCF-0213-90B18C7D7DEB}"/>
          </ac:spMkLst>
        </pc:spChg>
        <pc:spChg chg="mod">
          <ac:chgData name="Keerthana M" userId="92ed1cb7dae26ef8" providerId="LiveId" clId="{5D622174-1512-44C6-995B-2092B6E6CAED}" dt="2025-10-29T12:09:30.612" v="425" actId="27636"/>
          <ac:spMkLst>
            <pc:docMk/>
            <pc:sldMk cId="1836028875" sldId="256"/>
            <ac:spMk id="3" creationId="{2A6C88C7-3E49-FF27-6EB7-B11916391C90}"/>
          </ac:spMkLst>
        </pc:spChg>
        <pc:spChg chg="add mod">
          <ac:chgData name="Keerthana M" userId="92ed1cb7dae26ef8" providerId="LiveId" clId="{5D622174-1512-44C6-995B-2092B6E6CAED}" dt="2025-10-29T12:11:38.805" v="441" actId="1076"/>
          <ac:spMkLst>
            <pc:docMk/>
            <pc:sldMk cId="1836028875" sldId="256"/>
            <ac:spMk id="4" creationId="{5FEDD44E-D570-CF71-E686-C323454DCF18}"/>
          </ac:spMkLst>
        </pc:spChg>
        <pc:spChg chg="add mod">
          <ac:chgData name="Keerthana M" userId="92ed1cb7dae26ef8" providerId="LiveId" clId="{5D622174-1512-44C6-995B-2092B6E6CAED}" dt="2025-10-29T12:10:46.068" v="434" actId="1076"/>
          <ac:spMkLst>
            <pc:docMk/>
            <pc:sldMk cId="1836028875" sldId="256"/>
            <ac:spMk id="5" creationId="{AEA49A9C-AFD3-C1E2-3DE0-21C1FBFB9B2D}"/>
          </ac:spMkLst>
        </pc:spChg>
        <pc:spChg chg="add mod">
          <ac:chgData name="Keerthana M" userId="92ed1cb7dae26ef8" providerId="LiveId" clId="{5D622174-1512-44C6-995B-2092B6E6CAED}" dt="2025-10-29T12:11:44.092" v="442" actId="1076"/>
          <ac:spMkLst>
            <pc:docMk/>
            <pc:sldMk cId="1836028875" sldId="256"/>
            <ac:spMk id="6" creationId="{C585146A-7C54-2E35-7A19-24EC09D89AA2}"/>
          </ac:spMkLst>
        </pc:spChg>
        <pc:picChg chg="add mod">
          <ac:chgData name="Keerthana M" userId="92ed1cb7dae26ef8" providerId="LiveId" clId="{5D622174-1512-44C6-995B-2092B6E6CAED}" dt="2025-10-29T12:15:30.424" v="465" actId="1076"/>
          <ac:picMkLst>
            <pc:docMk/>
            <pc:sldMk cId="1836028875" sldId="256"/>
            <ac:picMk id="6152" creationId="{81D47141-899B-2C61-C77A-A901D613B39B}"/>
          </ac:picMkLst>
        </pc:picChg>
      </pc:sldChg>
      <pc:sldChg chg="addSp modSp new mod">
        <pc:chgData name="Keerthana M" userId="92ed1cb7dae26ef8" providerId="LiveId" clId="{5D622174-1512-44C6-995B-2092B6E6CAED}" dt="2025-11-02T11:44:46.930" v="642" actId="12"/>
        <pc:sldMkLst>
          <pc:docMk/>
          <pc:sldMk cId="3704159576" sldId="257"/>
        </pc:sldMkLst>
        <pc:spChg chg="mod">
          <ac:chgData name="Keerthana M" userId="92ed1cb7dae26ef8" providerId="LiveId" clId="{5D622174-1512-44C6-995B-2092B6E6CAED}" dt="2025-10-29T10:27:57.008" v="54" actId="1076"/>
          <ac:spMkLst>
            <pc:docMk/>
            <pc:sldMk cId="3704159576" sldId="257"/>
            <ac:spMk id="2" creationId="{6CD9CD08-DC70-5286-7BD6-CCF7871DAB67}"/>
          </ac:spMkLst>
        </pc:spChg>
        <pc:spChg chg="mod">
          <ac:chgData name="Keerthana M" userId="92ed1cb7dae26ef8" providerId="LiveId" clId="{5D622174-1512-44C6-995B-2092B6E6CAED}" dt="2025-11-02T11:44:46.930" v="642" actId="12"/>
          <ac:spMkLst>
            <pc:docMk/>
            <pc:sldMk cId="3704159576" sldId="257"/>
            <ac:spMk id="3" creationId="{7DDA119F-7916-B6C9-9D47-D7947AF0939D}"/>
          </ac:spMkLst>
        </pc:spChg>
        <pc:picChg chg="add mod">
          <ac:chgData name="Keerthana M" userId="92ed1cb7dae26ef8" providerId="LiveId" clId="{5D622174-1512-44C6-995B-2092B6E6CAED}" dt="2025-10-29T10:35:06.615" v="106" actId="1076"/>
          <ac:picMkLst>
            <pc:docMk/>
            <pc:sldMk cId="3704159576" sldId="257"/>
            <ac:picMk id="1026" creationId="{0DEABADB-657F-C3A5-585C-08479A3C71B3}"/>
          </ac:picMkLst>
        </pc:picChg>
        <pc:picChg chg="add mod">
          <ac:chgData name="Keerthana M" userId="92ed1cb7dae26ef8" providerId="LiveId" clId="{5D622174-1512-44C6-995B-2092B6E6CAED}" dt="2025-10-29T10:35:23.814" v="109" actId="1076"/>
          <ac:picMkLst>
            <pc:docMk/>
            <pc:sldMk cId="3704159576" sldId="257"/>
            <ac:picMk id="1028" creationId="{5999BA07-D46F-7170-DE7E-7CFE4EA1FD34}"/>
          </ac:picMkLst>
        </pc:picChg>
        <pc:picChg chg="add mod">
          <ac:chgData name="Keerthana M" userId="92ed1cb7dae26ef8" providerId="LiveId" clId="{5D622174-1512-44C6-995B-2092B6E6CAED}" dt="2025-10-29T10:35:49.588" v="112" actId="1076"/>
          <ac:picMkLst>
            <pc:docMk/>
            <pc:sldMk cId="3704159576" sldId="257"/>
            <ac:picMk id="1030" creationId="{22412890-A8B3-A09F-A244-FD0F848CF1DD}"/>
          </ac:picMkLst>
        </pc:picChg>
      </pc:sldChg>
      <pc:sldChg chg="addSp delSp modSp new mod">
        <pc:chgData name="Keerthana M" userId="92ed1cb7dae26ef8" providerId="LiveId" clId="{5D622174-1512-44C6-995B-2092B6E6CAED}" dt="2025-11-02T11:45:03.897" v="644" actId="255"/>
        <pc:sldMkLst>
          <pc:docMk/>
          <pc:sldMk cId="3789439832" sldId="258"/>
        </pc:sldMkLst>
        <pc:spChg chg="mod">
          <ac:chgData name="Keerthana M" userId="92ed1cb7dae26ef8" providerId="LiveId" clId="{5D622174-1512-44C6-995B-2092B6E6CAED}" dt="2025-10-29T10:40:11.463" v="154" actId="27636"/>
          <ac:spMkLst>
            <pc:docMk/>
            <pc:sldMk cId="3789439832" sldId="258"/>
            <ac:spMk id="2" creationId="{22AA1AC6-F6F0-38A8-3688-40F6E78C5D94}"/>
          </ac:spMkLst>
        </pc:spChg>
        <pc:spChg chg="add mod">
          <ac:chgData name="Keerthana M" userId="92ed1cb7dae26ef8" providerId="LiveId" clId="{5D622174-1512-44C6-995B-2092B6E6CAED}" dt="2025-11-02T11:45:03.897" v="644" actId="255"/>
          <ac:spMkLst>
            <pc:docMk/>
            <pc:sldMk cId="3789439832" sldId="258"/>
            <ac:spMk id="3" creationId="{282A7638-4523-3641-0175-7B47BC680A06}"/>
          </ac:spMkLst>
        </pc:spChg>
        <pc:spChg chg="add">
          <ac:chgData name="Keerthana M" userId="92ed1cb7dae26ef8" providerId="LiveId" clId="{5D622174-1512-44C6-995B-2092B6E6CAED}" dt="2025-11-02T11:15:27.449" v="516"/>
          <ac:spMkLst>
            <pc:docMk/>
            <pc:sldMk cId="3789439832" sldId="258"/>
            <ac:spMk id="4" creationId="{65B9DD0D-A304-6728-1684-1B0EF88CEB58}"/>
          </ac:spMkLst>
        </pc:spChg>
        <pc:spChg chg="add">
          <ac:chgData name="Keerthana M" userId="92ed1cb7dae26ef8" providerId="LiveId" clId="{5D622174-1512-44C6-995B-2092B6E6CAED}" dt="2025-11-02T11:15:34.159" v="517"/>
          <ac:spMkLst>
            <pc:docMk/>
            <pc:sldMk cId="3789439832" sldId="258"/>
            <ac:spMk id="5" creationId="{4EAE2AA2-DB97-CF4E-57BC-DE3800F32885}"/>
          </ac:spMkLst>
        </pc:spChg>
        <pc:spChg chg="add">
          <ac:chgData name="Keerthana M" userId="92ed1cb7dae26ef8" providerId="LiveId" clId="{5D622174-1512-44C6-995B-2092B6E6CAED}" dt="2025-11-02T11:15:37.895" v="519"/>
          <ac:spMkLst>
            <pc:docMk/>
            <pc:sldMk cId="3789439832" sldId="258"/>
            <ac:spMk id="6" creationId="{4444229F-C126-0036-AAB7-45EFD413A585}"/>
          </ac:spMkLst>
        </pc:spChg>
        <pc:spChg chg="add">
          <ac:chgData name="Keerthana M" userId="92ed1cb7dae26ef8" providerId="LiveId" clId="{5D622174-1512-44C6-995B-2092B6E6CAED}" dt="2025-11-02T11:15:46.902" v="524"/>
          <ac:spMkLst>
            <pc:docMk/>
            <pc:sldMk cId="3789439832" sldId="258"/>
            <ac:spMk id="7" creationId="{0CD24764-0889-BF92-0DB9-471410006814}"/>
          </ac:spMkLst>
        </pc:spChg>
        <pc:picChg chg="add mod">
          <ac:chgData name="Keerthana M" userId="92ed1cb7dae26ef8" providerId="LiveId" clId="{5D622174-1512-44C6-995B-2092B6E6CAED}" dt="2025-11-02T10:53:05.396" v="509" actId="1076"/>
          <ac:picMkLst>
            <pc:docMk/>
            <pc:sldMk cId="3789439832" sldId="258"/>
            <ac:picMk id="2050" creationId="{BC23CE85-5FBA-CF5A-02AB-463732862602}"/>
          </ac:picMkLst>
        </pc:picChg>
        <pc:picChg chg="add mod">
          <ac:chgData name="Keerthana M" userId="92ed1cb7dae26ef8" providerId="LiveId" clId="{5D622174-1512-44C6-995B-2092B6E6CAED}" dt="2025-11-02T10:52:58.354" v="507" actId="1076"/>
          <ac:picMkLst>
            <pc:docMk/>
            <pc:sldMk cId="3789439832" sldId="258"/>
            <ac:picMk id="2052" creationId="{04E2073C-B952-2068-D708-40618AE39D2B}"/>
          </ac:picMkLst>
        </pc:picChg>
      </pc:sldChg>
      <pc:sldChg chg="addSp delSp modSp new mod">
        <pc:chgData name="Keerthana M" userId="92ed1cb7dae26ef8" providerId="LiveId" clId="{5D622174-1512-44C6-995B-2092B6E6CAED}" dt="2025-11-02T11:45:48.936" v="649" actId="1076"/>
        <pc:sldMkLst>
          <pc:docMk/>
          <pc:sldMk cId="4081437507" sldId="259"/>
        </pc:sldMkLst>
        <pc:spChg chg="mod">
          <ac:chgData name="Keerthana M" userId="92ed1cb7dae26ef8" providerId="LiveId" clId="{5D622174-1512-44C6-995B-2092B6E6CAED}" dt="2025-10-29T10:41:16.258" v="183" actId="1076"/>
          <ac:spMkLst>
            <pc:docMk/>
            <pc:sldMk cId="4081437507" sldId="259"/>
            <ac:spMk id="2" creationId="{8C586B7E-E0FC-8940-84E7-E018467EEFB0}"/>
          </ac:spMkLst>
        </pc:spChg>
        <pc:spChg chg="del mod">
          <ac:chgData name="Keerthana M" userId="92ed1cb7dae26ef8" providerId="LiveId" clId="{5D622174-1512-44C6-995B-2092B6E6CAED}" dt="2025-11-02T11:45:22.493" v="647" actId="478"/>
          <ac:spMkLst>
            <pc:docMk/>
            <pc:sldMk cId="4081437507" sldId="259"/>
            <ac:spMk id="3" creationId="{65901E21-79BD-8CA8-2F97-1E880CF909D8}"/>
          </ac:spMkLst>
        </pc:spChg>
        <pc:spChg chg="add mod">
          <ac:chgData name="Keerthana M" userId="92ed1cb7dae26ef8" providerId="LiveId" clId="{5D622174-1512-44C6-995B-2092B6E6CAED}" dt="2025-11-02T11:45:48.936" v="649" actId="1076"/>
          <ac:spMkLst>
            <pc:docMk/>
            <pc:sldMk cId="4081437507" sldId="259"/>
            <ac:spMk id="4" creationId="{7BCA81AE-B7A8-B8A3-3147-8F87FAA1A691}"/>
          </ac:spMkLst>
        </pc:spChg>
        <pc:spChg chg="add">
          <ac:chgData name="Keerthana M" userId="92ed1cb7dae26ef8" providerId="LiveId" clId="{5D622174-1512-44C6-995B-2092B6E6CAED}" dt="2025-11-02T11:17:09.658" v="534"/>
          <ac:spMkLst>
            <pc:docMk/>
            <pc:sldMk cId="4081437507" sldId="259"/>
            <ac:spMk id="5" creationId="{CCBF02B9-CB0B-1606-6D88-D4FB95FBF6FE}"/>
          </ac:spMkLst>
        </pc:spChg>
        <pc:spChg chg="add">
          <ac:chgData name="Keerthana M" userId="92ed1cb7dae26ef8" providerId="LiveId" clId="{5D622174-1512-44C6-995B-2092B6E6CAED}" dt="2025-11-02T11:17:42.114" v="536"/>
          <ac:spMkLst>
            <pc:docMk/>
            <pc:sldMk cId="4081437507" sldId="259"/>
            <ac:spMk id="6" creationId="{BDF6BCFD-2239-5732-EDF7-1A449AD5D868}"/>
          </ac:spMkLst>
        </pc:spChg>
        <pc:picChg chg="add mod">
          <ac:chgData name="Keerthana M" userId="92ed1cb7dae26ef8" providerId="LiveId" clId="{5D622174-1512-44C6-995B-2092B6E6CAED}" dt="2025-11-02T11:45:15.858" v="646" actId="14100"/>
          <ac:picMkLst>
            <pc:docMk/>
            <pc:sldMk cId="4081437507" sldId="259"/>
            <ac:picMk id="3074" creationId="{62B165DD-0A7E-ADED-29E6-A378AD12E35F}"/>
          </ac:picMkLst>
        </pc:picChg>
        <pc:picChg chg="add mod">
          <ac:chgData name="Keerthana M" userId="92ed1cb7dae26ef8" providerId="LiveId" clId="{5D622174-1512-44C6-995B-2092B6E6CAED}" dt="2025-11-02T11:45:11.741" v="645" actId="14100"/>
          <ac:picMkLst>
            <pc:docMk/>
            <pc:sldMk cId="4081437507" sldId="259"/>
            <ac:picMk id="3078" creationId="{BD8FAA9F-4C36-D6EA-D232-63FE9E2035FF}"/>
          </ac:picMkLst>
        </pc:picChg>
      </pc:sldChg>
      <pc:sldChg chg="addSp delSp modSp new mod">
        <pc:chgData name="Keerthana M" userId="92ed1cb7dae26ef8" providerId="LiveId" clId="{5D622174-1512-44C6-995B-2092B6E6CAED}" dt="2025-11-02T11:46:20.186" v="654" actId="14100"/>
        <pc:sldMkLst>
          <pc:docMk/>
          <pc:sldMk cId="2859758188" sldId="260"/>
        </pc:sldMkLst>
        <pc:spChg chg="mod">
          <ac:chgData name="Keerthana M" userId="92ed1cb7dae26ef8" providerId="LiveId" clId="{5D622174-1512-44C6-995B-2092B6E6CAED}" dt="2025-10-29T10:43:46.608" v="235" actId="1076"/>
          <ac:spMkLst>
            <pc:docMk/>
            <pc:sldMk cId="2859758188" sldId="260"/>
            <ac:spMk id="2" creationId="{1A92FB07-0BC7-51E2-58D0-46F3F33960E3}"/>
          </ac:spMkLst>
        </pc:spChg>
        <pc:spChg chg="mod">
          <ac:chgData name="Keerthana M" userId="92ed1cb7dae26ef8" providerId="LiveId" clId="{5D622174-1512-44C6-995B-2092B6E6CAED}" dt="2025-11-02T11:46:20.186" v="654" actId="14100"/>
          <ac:spMkLst>
            <pc:docMk/>
            <pc:sldMk cId="2859758188" sldId="260"/>
            <ac:spMk id="3" creationId="{15DDFB80-E215-3C00-2DE4-C03DAF079E59}"/>
          </ac:spMkLst>
        </pc:spChg>
        <pc:picChg chg="add mod">
          <ac:chgData name="Keerthana M" userId="92ed1cb7dae26ef8" providerId="LiveId" clId="{5D622174-1512-44C6-995B-2092B6E6CAED}" dt="2025-11-02T11:46:04.652" v="652" actId="1076"/>
          <ac:picMkLst>
            <pc:docMk/>
            <pc:sldMk cId="2859758188" sldId="260"/>
            <ac:picMk id="4104" creationId="{457E489C-B233-4C2D-9D3A-1701B6B53E11}"/>
          </ac:picMkLst>
        </pc:picChg>
        <pc:picChg chg="add mod">
          <ac:chgData name="Keerthana M" userId="92ed1cb7dae26ef8" providerId="LiveId" clId="{5D622174-1512-44C6-995B-2092B6E6CAED}" dt="2025-11-02T11:45:59.812" v="650" actId="14100"/>
          <ac:picMkLst>
            <pc:docMk/>
            <pc:sldMk cId="2859758188" sldId="260"/>
            <ac:picMk id="4106" creationId="{959C2DCD-6693-1CCE-976E-6B05CEA76CC3}"/>
          </ac:picMkLst>
        </pc:picChg>
      </pc:sldChg>
      <pc:sldChg chg="addSp delSp modSp new mod">
        <pc:chgData name="Keerthana M" userId="92ed1cb7dae26ef8" providerId="LiveId" clId="{5D622174-1512-44C6-995B-2092B6E6CAED}" dt="2025-11-02T11:47:09.721" v="656" actId="12"/>
        <pc:sldMkLst>
          <pc:docMk/>
          <pc:sldMk cId="3058300852" sldId="261"/>
        </pc:sldMkLst>
        <pc:spChg chg="mod">
          <ac:chgData name="Keerthana M" userId="92ed1cb7dae26ef8" providerId="LiveId" clId="{5D622174-1512-44C6-995B-2092B6E6CAED}" dt="2025-10-29T11:17:27.484" v="263" actId="1076"/>
          <ac:spMkLst>
            <pc:docMk/>
            <pc:sldMk cId="3058300852" sldId="261"/>
            <ac:spMk id="2" creationId="{FCA5759F-1A59-5CBB-F24F-DA2CDBCFBE0F}"/>
          </ac:spMkLst>
        </pc:spChg>
        <pc:spChg chg="add mod">
          <ac:chgData name="Keerthana M" userId="92ed1cb7dae26ef8" providerId="LiveId" clId="{5D622174-1512-44C6-995B-2092B6E6CAED}" dt="2025-11-02T11:47:09.721" v="656" actId="12"/>
          <ac:spMkLst>
            <pc:docMk/>
            <pc:sldMk cId="3058300852" sldId="261"/>
            <ac:spMk id="3" creationId="{40D712F6-F9D2-A30F-FF1E-863792EE77A5}"/>
          </ac:spMkLst>
        </pc:spChg>
        <pc:spChg chg="add del mod">
          <ac:chgData name="Keerthana M" userId="92ed1cb7dae26ef8" providerId="LiveId" clId="{5D622174-1512-44C6-995B-2092B6E6CAED}" dt="2025-11-02T11:21:25.786" v="565" actId="478"/>
          <ac:spMkLst>
            <pc:docMk/>
            <pc:sldMk cId="3058300852" sldId="261"/>
            <ac:spMk id="4" creationId="{87C278ED-EF97-1608-374A-9052C08C00FF}"/>
          </ac:spMkLst>
        </pc:spChg>
        <pc:spChg chg="add">
          <ac:chgData name="Keerthana M" userId="92ed1cb7dae26ef8" providerId="LiveId" clId="{5D622174-1512-44C6-995B-2092B6E6CAED}" dt="2025-11-02T11:31:20.310" v="584"/>
          <ac:spMkLst>
            <pc:docMk/>
            <pc:sldMk cId="3058300852" sldId="261"/>
            <ac:spMk id="5" creationId="{F5EA8C3C-F317-8B57-7562-23FA71B67230}"/>
          </ac:spMkLst>
        </pc:spChg>
        <pc:spChg chg="add">
          <ac:chgData name="Keerthana M" userId="92ed1cb7dae26ef8" providerId="LiveId" clId="{5D622174-1512-44C6-995B-2092B6E6CAED}" dt="2025-11-02T11:31:24.981" v="586"/>
          <ac:spMkLst>
            <pc:docMk/>
            <pc:sldMk cId="3058300852" sldId="261"/>
            <ac:spMk id="6" creationId="{94B4D4EB-03BC-EA71-6C9D-A68A50E44DA9}"/>
          </ac:spMkLst>
        </pc:spChg>
        <pc:picChg chg="add mod">
          <ac:chgData name="Keerthana M" userId="92ed1cb7dae26ef8" providerId="LiveId" clId="{5D622174-1512-44C6-995B-2092B6E6CAED}" dt="2025-10-29T11:18:37.978" v="275" actId="14100"/>
          <ac:picMkLst>
            <pc:docMk/>
            <pc:sldMk cId="3058300852" sldId="261"/>
            <ac:picMk id="5122" creationId="{40A1883F-E4CE-4157-961A-69C5210F4721}"/>
          </ac:picMkLst>
        </pc:picChg>
        <pc:picChg chg="add mod">
          <ac:chgData name="Keerthana M" userId="92ed1cb7dae26ef8" providerId="LiveId" clId="{5D622174-1512-44C6-995B-2092B6E6CAED}" dt="2025-11-02T11:21:41.729" v="569" actId="1076"/>
          <ac:picMkLst>
            <pc:docMk/>
            <pc:sldMk cId="3058300852" sldId="261"/>
            <ac:picMk id="5124" creationId="{D2A7E1AC-E75F-5E5A-BFB3-19709ABE64A3}"/>
          </ac:picMkLst>
        </pc:picChg>
        <pc:picChg chg="add mod">
          <ac:chgData name="Keerthana M" userId="92ed1cb7dae26ef8" providerId="LiveId" clId="{5D622174-1512-44C6-995B-2092B6E6CAED}" dt="2025-11-02T11:21:39.199" v="568" actId="1076"/>
          <ac:picMkLst>
            <pc:docMk/>
            <pc:sldMk cId="3058300852" sldId="261"/>
            <ac:picMk id="5126" creationId="{F12A2AB6-F3B2-44DB-AEA6-2D534A1CAB0D}"/>
          </ac:picMkLst>
        </pc:picChg>
        <pc:picChg chg="add mod">
          <ac:chgData name="Keerthana M" userId="92ed1cb7dae26ef8" providerId="LiveId" clId="{5D622174-1512-44C6-995B-2092B6E6CAED}" dt="2025-11-02T11:22:47.363" v="582" actId="1076"/>
          <ac:picMkLst>
            <pc:docMk/>
            <pc:sldMk cId="3058300852" sldId="261"/>
            <ac:picMk id="5128" creationId="{4B1382E1-2438-204C-D271-317E3DC49260}"/>
          </ac:picMkLst>
        </pc:picChg>
        <pc:picChg chg="add mod">
          <ac:chgData name="Keerthana M" userId="92ed1cb7dae26ef8" providerId="LiveId" clId="{5D622174-1512-44C6-995B-2092B6E6CAED}" dt="2025-11-02T11:22:44.323" v="581" actId="1076"/>
          <ac:picMkLst>
            <pc:docMk/>
            <pc:sldMk cId="3058300852" sldId="261"/>
            <ac:picMk id="5130" creationId="{7D435DB8-F853-C3BF-04BB-D44C7C274063}"/>
          </ac:picMkLst>
        </pc:picChg>
        <pc:picChg chg="add mod">
          <ac:chgData name="Keerthana M" userId="92ed1cb7dae26ef8" providerId="LiveId" clId="{5D622174-1512-44C6-995B-2092B6E6CAED}" dt="2025-11-02T11:22:40.772" v="580" actId="1076"/>
          <ac:picMkLst>
            <pc:docMk/>
            <pc:sldMk cId="3058300852" sldId="261"/>
            <ac:picMk id="5132" creationId="{20844E68-5234-E62E-7CBA-293314132756}"/>
          </ac:picMkLst>
        </pc:picChg>
      </pc:sldChg>
      <pc:sldChg chg="addSp delSp modSp new del mod ord">
        <pc:chgData name="Keerthana M" userId="92ed1cb7dae26ef8" providerId="LiveId" clId="{5D622174-1512-44C6-995B-2092B6E6CAED}" dt="2025-11-02T11:21:18.206" v="564" actId="47"/>
        <pc:sldMkLst>
          <pc:docMk/>
          <pc:sldMk cId="391653802" sldId="262"/>
        </pc:sldMkLst>
        <pc:spChg chg="del">
          <ac:chgData name="Keerthana M" userId="92ed1cb7dae26ef8" providerId="LiveId" clId="{5D622174-1512-44C6-995B-2092B6E6CAED}" dt="2025-11-02T10:48:10.547" v="480" actId="478"/>
          <ac:spMkLst>
            <pc:docMk/>
            <pc:sldMk cId="391653802" sldId="262"/>
            <ac:spMk id="2" creationId="{F6157DA7-1B51-2C44-4CA3-913BF98BFFEB}"/>
          </ac:spMkLst>
        </pc:spChg>
        <pc:spChg chg="del">
          <ac:chgData name="Keerthana M" userId="92ed1cb7dae26ef8" providerId="LiveId" clId="{5D622174-1512-44C6-995B-2092B6E6CAED}" dt="2025-11-02T10:47:39.016" v="471"/>
          <ac:spMkLst>
            <pc:docMk/>
            <pc:sldMk cId="391653802" sldId="262"/>
            <ac:spMk id="3" creationId="{6595F701-ACE7-6C9D-2C68-2E19885379CC}"/>
          </ac:spMkLst>
        </pc:spChg>
        <pc:picChg chg="add mod">
          <ac:chgData name="Keerthana M" userId="92ed1cb7dae26ef8" providerId="LiveId" clId="{5D622174-1512-44C6-995B-2092B6E6CAED}" dt="2025-11-02T10:48:50.782" v="492" actId="1076"/>
          <ac:picMkLst>
            <pc:docMk/>
            <pc:sldMk cId="391653802" sldId="262"/>
            <ac:picMk id="4" creationId="{70BCB8B0-B26D-AB61-8ACD-82E6B6EA7D9A}"/>
          </ac:picMkLst>
        </pc:picChg>
        <pc:picChg chg="add mod">
          <ac:chgData name="Keerthana M" userId="92ed1cb7dae26ef8" providerId="LiveId" clId="{5D622174-1512-44C6-995B-2092B6E6CAED}" dt="2025-11-02T11:20:03.892" v="559" actId="1076"/>
          <ac:picMkLst>
            <pc:docMk/>
            <pc:sldMk cId="391653802" sldId="262"/>
            <ac:picMk id="5" creationId="{BC1EBB8D-E5EB-9C1A-DA1E-E2FC85F6B39F}"/>
          </ac:picMkLst>
        </pc:picChg>
        <pc:picChg chg="add mod">
          <ac:chgData name="Keerthana M" userId="92ed1cb7dae26ef8" providerId="LiveId" clId="{5D622174-1512-44C6-995B-2092B6E6CAED}" dt="2025-11-02T11:19:48.062" v="555" actId="1076"/>
          <ac:picMkLst>
            <pc:docMk/>
            <pc:sldMk cId="391653802" sldId="262"/>
            <ac:picMk id="6" creationId="{A683C2CD-677F-489D-BE60-4ED530005662}"/>
          </ac:picMkLst>
        </pc:picChg>
        <pc:picChg chg="add mod">
          <ac:chgData name="Keerthana M" userId="92ed1cb7dae26ef8" providerId="LiveId" clId="{5D622174-1512-44C6-995B-2092B6E6CAED}" dt="2025-11-02T11:20:09.430" v="561" actId="1076"/>
          <ac:picMkLst>
            <pc:docMk/>
            <pc:sldMk cId="391653802" sldId="262"/>
            <ac:picMk id="7" creationId="{244B50F3-DDBE-7EAE-191D-BCDD85875DD6}"/>
          </ac:picMkLst>
        </pc:picChg>
        <pc:picChg chg="add mod">
          <ac:chgData name="Keerthana M" userId="92ed1cb7dae26ef8" providerId="LiveId" clId="{5D622174-1512-44C6-995B-2092B6E6CAED}" dt="2025-11-02T11:19:54.925" v="557" actId="1076"/>
          <ac:picMkLst>
            <pc:docMk/>
            <pc:sldMk cId="391653802" sldId="262"/>
            <ac:picMk id="8" creationId="{623952FB-3147-6589-FC85-EA81CACA90CB}"/>
          </ac:picMkLst>
        </pc:picChg>
        <pc:picChg chg="add mod">
          <ac:chgData name="Keerthana M" userId="92ed1cb7dae26ef8" providerId="LiveId" clId="{5D622174-1512-44C6-995B-2092B6E6CAED}" dt="2025-11-02T11:20:23.299" v="563" actId="1076"/>
          <ac:picMkLst>
            <pc:docMk/>
            <pc:sldMk cId="391653802" sldId="262"/>
            <ac:picMk id="9" creationId="{786C5864-5A28-2013-1D38-F9B4440BEAE8}"/>
          </ac:picMkLst>
        </pc:picChg>
      </pc:sldChg>
      <pc:sldChg chg="addSp delSp modSp new mod">
        <pc:chgData name="Keerthana M" userId="92ed1cb7dae26ef8" providerId="LiveId" clId="{5D622174-1512-44C6-995B-2092B6E6CAED}" dt="2025-11-02T11:41:45.599" v="615" actId="1035"/>
        <pc:sldMkLst>
          <pc:docMk/>
          <pc:sldMk cId="2863040144" sldId="262"/>
        </pc:sldMkLst>
        <pc:spChg chg="mod">
          <ac:chgData name="Keerthana M" userId="92ed1cb7dae26ef8" providerId="LiveId" clId="{5D622174-1512-44C6-995B-2092B6E6CAED}" dt="2025-11-02T11:36:04.886" v="603" actId="1076"/>
          <ac:spMkLst>
            <pc:docMk/>
            <pc:sldMk cId="2863040144" sldId="262"/>
            <ac:spMk id="2" creationId="{6BD7F13C-466D-1714-682D-EA815CA2BD9E}"/>
          </ac:spMkLst>
        </pc:spChg>
        <pc:spChg chg="del">
          <ac:chgData name="Keerthana M" userId="92ed1cb7dae26ef8" providerId="LiveId" clId="{5D622174-1512-44C6-995B-2092B6E6CAED}" dt="2025-11-02T11:36:15.078" v="604" actId="478"/>
          <ac:spMkLst>
            <pc:docMk/>
            <pc:sldMk cId="2863040144" sldId="262"/>
            <ac:spMk id="3" creationId="{7715BE57-5266-087D-C45A-A35444F7E239}"/>
          </ac:spMkLst>
        </pc:spChg>
        <pc:picChg chg="add mod">
          <ac:chgData name="Keerthana M" userId="92ed1cb7dae26ef8" providerId="LiveId" clId="{5D622174-1512-44C6-995B-2092B6E6CAED}" dt="2025-11-02T11:41:31.111" v="611" actId="1076"/>
          <ac:picMkLst>
            <pc:docMk/>
            <pc:sldMk cId="2863040144" sldId="262"/>
            <ac:picMk id="5" creationId="{B6A0E45A-CD4B-66CE-9A0B-BDA2286C07FB}"/>
          </ac:picMkLst>
        </pc:picChg>
        <pc:picChg chg="add mod">
          <ac:chgData name="Keerthana M" userId="92ed1cb7dae26ef8" providerId="LiveId" clId="{5D622174-1512-44C6-995B-2092B6E6CAED}" dt="2025-11-02T11:41:45.599" v="615" actId="1035"/>
          <ac:picMkLst>
            <pc:docMk/>
            <pc:sldMk cId="2863040144" sldId="262"/>
            <ac:picMk id="7" creationId="{FFED94D2-F513-CF61-6ED8-6ED5C3D2297B}"/>
          </ac:picMkLst>
        </pc:picChg>
      </pc:sldChg>
      <pc:sldChg chg="addSp delSp modSp new mod">
        <pc:chgData name="Keerthana M" userId="92ed1cb7dae26ef8" providerId="LiveId" clId="{5D622174-1512-44C6-995B-2092B6E6CAED}" dt="2025-11-02T11:44:20.393" v="641" actId="1035"/>
        <pc:sldMkLst>
          <pc:docMk/>
          <pc:sldMk cId="2970170467" sldId="263"/>
        </pc:sldMkLst>
        <pc:spChg chg="mod">
          <ac:chgData name="Keerthana M" userId="92ed1cb7dae26ef8" providerId="LiveId" clId="{5D622174-1512-44C6-995B-2092B6E6CAED}" dt="2025-11-02T11:42:56.177" v="629" actId="1076"/>
          <ac:spMkLst>
            <pc:docMk/>
            <pc:sldMk cId="2970170467" sldId="263"/>
            <ac:spMk id="2" creationId="{50CEA9FE-12F5-A495-AE55-4278DAC86300}"/>
          </ac:spMkLst>
        </pc:spChg>
        <pc:spChg chg="del">
          <ac:chgData name="Keerthana M" userId="92ed1cb7dae26ef8" providerId="LiveId" clId="{5D622174-1512-44C6-995B-2092B6E6CAED}" dt="2025-11-02T11:43:06.392" v="631" actId="478"/>
          <ac:spMkLst>
            <pc:docMk/>
            <pc:sldMk cId="2970170467" sldId="263"/>
            <ac:spMk id="3" creationId="{B2041F17-255D-7BA4-3AB5-5E3DB94E86DA}"/>
          </ac:spMkLst>
        </pc:spChg>
        <pc:picChg chg="add mod">
          <ac:chgData name="Keerthana M" userId="92ed1cb7dae26ef8" providerId="LiveId" clId="{5D622174-1512-44C6-995B-2092B6E6CAED}" dt="2025-11-02T11:42:59.536" v="630" actId="1076"/>
          <ac:picMkLst>
            <pc:docMk/>
            <pc:sldMk cId="2970170467" sldId="263"/>
            <ac:picMk id="5" creationId="{889361BC-409B-65DA-D49C-58E07650F704}"/>
          </ac:picMkLst>
        </pc:picChg>
        <pc:picChg chg="add mod">
          <ac:chgData name="Keerthana M" userId="92ed1cb7dae26ef8" providerId="LiveId" clId="{5D622174-1512-44C6-995B-2092B6E6CAED}" dt="2025-11-02T11:43:46.306" v="636" actId="1076"/>
          <ac:picMkLst>
            <pc:docMk/>
            <pc:sldMk cId="2970170467" sldId="263"/>
            <ac:picMk id="7" creationId="{775064CF-F9BE-8846-2917-C94C6BAC5A85}"/>
          </ac:picMkLst>
        </pc:picChg>
        <pc:picChg chg="add mod">
          <ac:chgData name="Keerthana M" userId="92ed1cb7dae26ef8" providerId="LiveId" clId="{5D622174-1512-44C6-995B-2092B6E6CAED}" dt="2025-11-02T11:44:20.393" v="641" actId="1035"/>
          <ac:picMkLst>
            <pc:docMk/>
            <pc:sldMk cId="2970170467" sldId="263"/>
            <ac:picMk id="9" creationId="{8AFEA90F-F597-06EB-10CD-CFD24E28E4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00A1-CC20-9309-39B4-B0C867611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1670F-9D3D-2CD7-99EA-7EA2D4C8F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3FB64-E626-69A6-2215-E94EAA36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6F87E-841D-55A4-6098-D17E5701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D9BD-080A-E59F-EAF3-36E527C6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06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72CE-AE8A-05E6-58BE-E172F0D8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24D2-6419-AF7C-E2C3-A628E3E1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5F73C-1CAC-7E97-A62B-432A8262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52F5E-FDE6-E101-C148-77C6AC6A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13125-F2FB-68D3-DDC1-0E050069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78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C6BB-99B7-ED81-FBEF-4789B5F3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F163C-803E-3229-D399-DEAC0A22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1EEDF-1E4A-4DEB-FEDB-485A6270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7A86E-EAD8-706C-937D-75B20752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C81BC-A44A-AD42-B526-5836B003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5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966C-0444-85DB-F7DD-D0BAA415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A46C-8755-344B-83E4-8FEA3EBFB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875AF-CA27-78E3-90AE-89C89A88A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FE777-9308-4FC4-D87B-DB40C38A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FECC7-A7DF-C686-C2A0-8471309F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F90BD-12D6-5995-4ADA-29710A97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1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6CBA-FD7F-1167-78D1-747AD8E5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8431-C53C-F1BD-5163-5AAE85507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5451D-38B7-A933-2242-F0422CBD8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EE667-B57E-AA32-C72A-5A2E725BC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3E1D7-0971-6990-711E-230F6C967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A14E8-49DB-24E2-CE63-328F4AD8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ED5AE-51B0-ACE0-D888-486D6BE1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9F7940-B8A5-58A3-9F12-796B530F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52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5A1D-7B67-CABE-5083-A7300910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4A1EA-D192-8793-E2C8-D0ED1A15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02D51-AD7A-1FDB-0185-C20677CE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82AC7-5B41-9FAC-F52C-7C4978AF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71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45461-D56E-3663-E721-2BCCCACF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54909-4EB6-242B-438B-3BC47C515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C4370-878C-B258-C226-8CCEB3B5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57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606A-6AA5-AA46-00BA-9595C471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4AFC-BC93-80FC-8BBA-3C711D01C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3DDEF-5803-23D4-EF35-13793EB7E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0769-3737-8865-D4F0-267B119C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A87CF-2FE9-1956-303C-01ADC857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79E4-650E-B105-C4F1-A8C02D4B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2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EA3CC-A5EC-3CD9-B20F-D0E24A63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6FC85-BF7C-9522-5100-567483D6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5AB4F-1402-9D91-932C-D7656BDE3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41407-B756-9B89-D6C2-E7D64B13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5B10C-F5A8-6772-A42B-2873532A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83206-16DB-6448-1FFB-B1CA8876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850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1B95-B2BC-6AFA-E366-A95E8333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25A07-3179-FD3E-7D14-1254A58B2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80CB-67E8-9406-12D3-D2BD775A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89C5F-CFD3-5726-5B26-46704813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AC72C-5F92-5E84-9F71-15A367DC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25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949EC-7902-452F-4F9F-BE7EBF7FD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6562E-061D-1A2C-EB9C-E6ECE5B5D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A9C8F-D2A8-9D2B-6404-D47446D5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1F56-AF93-4475-BDA5-BE9FC9C4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11B1-303C-17F2-0B24-472FB29F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36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D031D-ABBF-18DC-A377-188439B6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A0AD-2904-CDE4-E649-477D20E0A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AAFA-E121-3760-815A-7A57F3E8C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05300-9B10-4F89-9627-41006E3554A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FD8AC-7D0C-AB7D-F21C-2A7E0D0FD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17257-7071-C141-8AE5-03C99C5CB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401D-F248-463D-ACD8-3B7C93885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1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linkedin.com/in/keerthana-mathaiya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74C4-4BCB-4CCF-0213-90B18C7D7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970" y="154503"/>
            <a:ext cx="9624060" cy="138144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Fish Species Classification 🐟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C88C7-3E49-FF27-6EB7-B11916391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625" y="845225"/>
            <a:ext cx="11191875" cy="1381444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: </a:t>
            </a:r>
            <a:r>
              <a:rPr lang="en-IN" sz="2200" dirty="0"/>
              <a:t>Image Classification /Deep Learning</a:t>
            </a:r>
          </a:p>
          <a:p>
            <a:pPr algn="l">
              <a:lnSpc>
                <a:spcPct val="110000"/>
              </a:lnSpc>
            </a:pPr>
            <a:r>
              <a:rPr lang="en-IN" sz="2200" dirty="0"/>
              <a:t>	</a:t>
            </a:r>
            <a:r>
              <a:rPr lang="en-US" sz="2200" dirty="0"/>
              <a:t> This tool leverages advanced deep learning models to recognize and identify multiple species of fish from images, making it easy to explore dataset distributions, compare model performance, and perform real-time fish species classification.</a:t>
            </a:r>
          </a:p>
          <a:p>
            <a:pPr algn="l"/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DD44E-D570-CF71-E686-C323454DCF18}"/>
              </a:ext>
            </a:extLst>
          </p:cNvPr>
          <p:cNvSpPr txBox="1"/>
          <p:nvPr/>
        </p:nvSpPr>
        <p:spPr>
          <a:xfrm>
            <a:off x="2726056" y="4298782"/>
            <a:ext cx="52120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Used</a:t>
            </a:r>
          </a:p>
          <a:p>
            <a:r>
              <a:rPr lang="en-IN" dirty="0"/>
              <a:t>🌐</a:t>
            </a:r>
            <a:r>
              <a:rPr lang="en-IN" sz="2000" dirty="0" err="1"/>
              <a:t>Streamlit</a:t>
            </a:r>
            <a:r>
              <a:rPr lang="en-IN" sz="2000" dirty="0"/>
              <a:t> for interactive web UI</a:t>
            </a:r>
          </a:p>
          <a:p>
            <a:r>
              <a:rPr lang="en-IN" sz="2000" dirty="0"/>
              <a:t>🧠TensorFlow / </a:t>
            </a:r>
            <a:r>
              <a:rPr lang="en-IN" sz="2000" dirty="0" err="1"/>
              <a:t>Keras</a:t>
            </a:r>
            <a:r>
              <a:rPr lang="en-IN" sz="2000" dirty="0"/>
              <a:t> for deep learning models </a:t>
            </a:r>
          </a:p>
          <a:p>
            <a:r>
              <a:rPr lang="en-IN" sz="2000" dirty="0"/>
              <a:t>📊 Pandas, NumPy for data processing</a:t>
            </a:r>
          </a:p>
          <a:p>
            <a:r>
              <a:rPr lang="en-IN" sz="2000" dirty="0"/>
              <a:t>📈 Matplotlib / </a:t>
            </a:r>
            <a:r>
              <a:rPr lang="en-IN" sz="2000" dirty="0" err="1"/>
              <a:t>Plotly</a:t>
            </a:r>
            <a:r>
              <a:rPr lang="en-IN" sz="2000" dirty="0"/>
              <a:t> for visualization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49A9C-AFD3-C1E2-3DE0-21C1FBFB9B2D}"/>
              </a:ext>
            </a:extLst>
          </p:cNvPr>
          <p:cNvSpPr txBox="1"/>
          <p:nvPr/>
        </p:nvSpPr>
        <p:spPr>
          <a:xfrm>
            <a:off x="9204960" y="5311022"/>
            <a:ext cx="26174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About the Author</a:t>
            </a:r>
          </a:p>
          <a:p>
            <a:endParaRPr lang="en-IN" b="1" dirty="0"/>
          </a:p>
          <a:p>
            <a:r>
              <a:rPr lang="en-IN" sz="2000" b="1" dirty="0"/>
              <a:t>Name:</a:t>
            </a:r>
            <a:r>
              <a:rPr lang="en-IN" sz="2000" dirty="0"/>
              <a:t> </a:t>
            </a:r>
            <a:r>
              <a:rPr lang="en-IN" sz="2000" dirty="0" err="1"/>
              <a:t>M.Keerthana</a:t>
            </a:r>
            <a:endParaRPr lang="en-IN" sz="2000" dirty="0"/>
          </a:p>
          <a:p>
            <a:r>
              <a:rPr lang="en-IN" sz="2000" b="1" dirty="0" err="1">
                <a:hlinkClick r:id="rId2"/>
              </a:rPr>
              <a:t>Linkedin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5146A-7C54-2E35-7A19-24EC09D89AA2}"/>
              </a:ext>
            </a:extLst>
          </p:cNvPr>
          <p:cNvSpPr txBox="1"/>
          <p:nvPr/>
        </p:nvSpPr>
        <p:spPr>
          <a:xfrm>
            <a:off x="2541270" y="2052013"/>
            <a:ext cx="86048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Highlights: </a:t>
            </a:r>
          </a:p>
          <a:p>
            <a:pPr marL="342900" indent="-342900"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/>
              <a:t>Classifies fish species using advanced convolutional neural networks.</a:t>
            </a:r>
          </a:p>
          <a:p>
            <a:pPr marL="342900" indent="-342900"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/>
              <a:t>Visualizes datasets and model metrics interactively.</a:t>
            </a:r>
          </a:p>
          <a:p>
            <a:pPr marL="342900" indent="-342900"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/>
              <a:t>Allows model selection and real-time prediction from image uploads.</a:t>
            </a:r>
          </a:p>
          <a:p>
            <a:pPr marL="342900" indent="-342900">
              <a:buClr>
                <a:srgbClr val="7030A0"/>
              </a:buClr>
              <a:buFont typeface="Wingdings" panose="05000000000000000000" pitchFamily="2" charset="2"/>
              <a:buChar char="v"/>
            </a:pPr>
            <a:r>
              <a:rPr lang="en-US" sz="2000" dirty="0"/>
              <a:t>Uses transfer learning and best practices in deep learning.</a:t>
            </a:r>
          </a:p>
          <a:p>
            <a:endParaRPr lang="en-IN" sz="2000" dirty="0"/>
          </a:p>
        </p:txBody>
      </p:sp>
      <p:pic>
        <p:nvPicPr>
          <p:cNvPr id="6152" name="Picture 8" descr="Woman Presentation PNG Transparent Images Free Download | Vector Files |  Pngtree">
            <a:extLst>
              <a:ext uri="{FF2B5EF4-FFF2-40B4-BE49-F238E27FC236}">
                <a16:creationId xmlns:a16="http://schemas.microsoft.com/office/drawing/2014/main" id="{81D47141-899B-2C61-C77A-A901D613B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9" t="71" r="14994" b="-1"/>
          <a:stretch>
            <a:fillRect/>
          </a:stretch>
        </p:blipFill>
        <p:spPr bwMode="auto">
          <a:xfrm>
            <a:off x="70404" y="2423159"/>
            <a:ext cx="2470866" cy="415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028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CD08-DC70-5286-7BD6-CCF7871D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59580" cy="697865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A119F-7916-B6C9-9D47-D7947AF09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2104" y="445771"/>
            <a:ext cx="3468914" cy="6183629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dataset is split into 59.3% training, 10.4% validation, and 30.3% testing, indicating a balanced approach to model learning and evaluation.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split reflects typical practices for deep learning datasets, prioritizing sufficient training data while reserving significant sets for validation and testing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sizable dataset helps reduce bias and increases the reliability of the classification results across multiple fish species.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Maintaining a reasonable balance between dataset partitions supports both model accuracy and robust evaluation metrics.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0DEABADB-657F-C3A5-585C-08479A3C7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144" y="4200525"/>
            <a:ext cx="2796267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">
            <a:extLst>
              <a:ext uri="{FF2B5EF4-FFF2-40B4-BE49-F238E27FC236}">
                <a16:creationId xmlns:a16="http://schemas.microsoft.com/office/drawing/2014/main" id="{5999BA07-D46F-7170-DE7E-7CFE4EA1F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645" y="572135"/>
            <a:ext cx="4662394" cy="333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2412890-A8B3-A09F-A244-FD0F848CF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8" y="697865"/>
            <a:ext cx="4029710" cy="593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15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1AC6-F6F0-38A8-3688-40F6E78C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4935"/>
            <a:ext cx="4526280" cy="1052195"/>
          </a:xfrm>
        </p:spPr>
        <p:txBody>
          <a:bodyPr>
            <a:normAutofit/>
          </a:bodyPr>
          <a:lstStyle/>
          <a:p>
            <a:r>
              <a:rPr lang="en-IN" dirty="0"/>
              <a:t>Data Overview-Test </a:t>
            </a:r>
          </a:p>
        </p:txBody>
      </p:sp>
      <p:pic>
        <p:nvPicPr>
          <p:cNvPr id="2050" name="Picture 2" descr="0">
            <a:extLst>
              <a:ext uri="{FF2B5EF4-FFF2-40B4-BE49-F238E27FC236}">
                <a16:creationId xmlns:a16="http://schemas.microsoft.com/office/drawing/2014/main" id="{BC23CE85-5FBA-CF5A-02AB-4637328626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324" y="605791"/>
            <a:ext cx="4394716" cy="378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0">
            <a:extLst>
              <a:ext uri="{FF2B5EF4-FFF2-40B4-BE49-F238E27FC236}">
                <a16:creationId xmlns:a16="http://schemas.microsoft.com/office/drawing/2014/main" id="{04E2073C-B952-2068-D708-40618AE39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754381"/>
            <a:ext cx="6002719" cy="363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2A7638-4523-3641-0175-7B47BC680A06}"/>
              </a:ext>
            </a:extLst>
          </p:cNvPr>
          <p:cNvSpPr txBox="1"/>
          <p:nvPr/>
        </p:nvSpPr>
        <p:spPr>
          <a:xfrm>
            <a:off x="480060" y="4754880"/>
            <a:ext cx="11567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</a:t>
            </a:r>
            <a:r>
              <a:rPr lang="en-US" sz="2000" b="1" dirty="0"/>
              <a:t>test dataset</a:t>
            </a:r>
            <a:r>
              <a:rPr lang="en-US" sz="2000" dirty="0"/>
              <a:t> shows nearly identical proportions to training and validation — ideal for fair final model evaluation.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Balanced test data ensures performance metrics (accuracy, F1-score) are </a:t>
            </a:r>
            <a:r>
              <a:rPr lang="en-US" sz="2000" b="1" dirty="0"/>
              <a:t>representative and trustworthy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Consistent class spread reduces evaluation variance and improves cross-model comparability.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This even test distribution confirms a </a:t>
            </a:r>
            <a:r>
              <a:rPr lang="en-US" sz="2000" b="1" dirty="0"/>
              <a:t>well-engineered dataset pipeline</a:t>
            </a:r>
            <a:r>
              <a:rPr lang="en-US" sz="2000" dirty="0"/>
              <a:t>, enhancing the credibility of model results.</a:t>
            </a: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8943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6B7E-E0FC-8940-84E7-E018467E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39990" cy="782002"/>
          </a:xfrm>
        </p:spPr>
        <p:txBody>
          <a:bodyPr/>
          <a:lstStyle/>
          <a:p>
            <a:r>
              <a:rPr lang="en-IN" dirty="0"/>
              <a:t>Dataset overview -</a:t>
            </a:r>
            <a:r>
              <a:rPr lang="en-IN" b="1" dirty="0"/>
              <a:t> </a:t>
            </a:r>
            <a:r>
              <a:rPr lang="en-IN" dirty="0"/>
              <a:t>Train Dataset</a:t>
            </a:r>
          </a:p>
        </p:txBody>
      </p:sp>
      <p:pic>
        <p:nvPicPr>
          <p:cNvPr id="3074" name="Picture 2" descr="0">
            <a:extLst>
              <a:ext uri="{FF2B5EF4-FFF2-40B4-BE49-F238E27FC236}">
                <a16:creationId xmlns:a16="http://schemas.microsoft.com/office/drawing/2014/main" id="{62B165DD-0A7E-ADED-29E6-A378AD12E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530" y="782001"/>
            <a:ext cx="4067230" cy="345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0">
            <a:extLst>
              <a:ext uri="{FF2B5EF4-FFF2-40B4-BE49-F238E27FC236}">
                <a16:creationId xmlns:a16="http://schemas.microsoft.com/office/drawing/2014/main" id="{BD8FAA9F-4C36-D6EA-D232-63FE9E203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33" y="782002"/>
            <a:ext cx="5142907" cy="312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CA81AE-B7A8-B8A3-3147-8F87FAA1A691}"/>
              </a:ext>
            </a:extLst>
          </p:cNvPr>
          <p:cNvSpPr txBox="1"/>
          <p:nvPr/>
        </p:nvSpPr>
        <p:spPr>
          <a:xfrm>
            <a:off x="103463" y="4361498"/>
            <a:ext cx="113493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training dataset</a:t>
            </a:r>
            <a:r>
              <a:rPr lang="en-US" sz="2000" dirty="0"/>
              <a:t> has the largest sample size — giving each model enough data to learn class-specific features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class proportions remain balanced, with most species representing around 8–10%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diverse mix (shrimp, bream, trout, etc.) supports a </a:t>
            </a:r>
            <a:r>
              <a:rPr lang="en-US" sz="2000" b="1" dirty="0"/>
              <a:t>generalized learning process</a:t>
            </a:r>
            <a:r>
              <a:rPr lang="en-US" sz="2000" dirty="0"/>
              <a:t> across marine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consistent spread suggests a </a:t>
            </a:r>
            <a:r>
              <a:rPr lang="en-US" sz="2000" b="1" dirty="0"/>
              <a:t>stratified split</a:t>
            </a:r>
            <a:r>
              <a:rPr lang="en-US" sz="2000" dirty="0"/>
              <a:t> was used during data preparation, ensuring class balance in training.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8143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FB07-0BC7-51E2-58D0-46F3F339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02830" cy="684848"/>
          </a:xfrm>
        </p:spPr>
        <p:txBody>
          <a:bodyPr>
            <a:normAutofit fontScale="90000"/>
          </a:bodyPr>
          <a:lstStyle/>
          <a:p>
            <a:r>
              <a:rPr lang="en-IN" dirty="0"/>
              <a:t>Dataset overview –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FB80-E215-3C00-2DE4-C03DAF079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90" y="4565809"/>
            <a:ext cx="11570016" cy="2132171"/>
          </a:xfrm>
        </p:spPr>
        <p:txBody>
          <a:bodyPr>
            <a:no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validation dataset</a:t>
            </a:r>
            <a:r>
              <a:rPr lang="en-US" sz="2000" dirty="0"/>
              <a:t> mirrors the training set proportions closely, confirming a </a:t>
            </a:r>
            <a:r>
              <a:rPr lang="en-US" sz="2000" b="1" dirty="0"/>
              <a:t>uniform distribution across splits</a:t>
            </a:r>
            <a:r>
              <a:rPr lang="en-US" sz="2000" dirty="0"/>
              <a:t>.</a:t>
            </a:r>
          </a:p>
          <a:p>
            <a:r>
              <a:rPr lang="en-US" sz="2000" dirty="0"/>
              <a:t>This consistency ensures that performance metrics (accuracy, loss, precision) remain </a:t>
            </a:r>
            <a:r>
              <a:rPr lang="en-US" sz="2000" b="1" dirty="0"/>
              <a:t>unbiased</a:t>
            </a:r>
            <a:r>
              <a:rPr lang="en-US" sz="2000" dirty="0"/>
              <a:t> and reflect true generalization.</a:t>
            </a:r>
          </a:p>
          <a:p>
            <a:r>
              <a:rPr lang="en-US" sz="2000" dirty="0"/>
              <a:t>The balanced distribution means hyperparameter tuning will reflect real-world accuracy.</a:t>
            </a:r>
          </a:p>
          <a:p>
            <a:r>
              <a:rPr lang="en-US" sz="2000" dirty="0"/>
              <a:t>Sufficient validation data supports effective early stopping and model selection during training</a:t>
            </a:r>
          </a:p>
        </p:txBody>
      </p:sp>
      <p:pic>
        <p:nvPicPr>
          <p:cNvPr id="4104" name="Picture 8" descr="0">
            <a:extLst>
              <a:ext uri="{FF2B5EF4-FFF2-40B4-BE49-F238E27FC236}">
                <a16:creationId xmlns:a16="http://schemas.microsoft.com/office/drawing/2014/main" id="{457E489C-B233-4C2D-9D3A-1701B6B53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906" y="611743"/>
            <a:ext cx="3904017" cy="336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0">
            <a:extLst>
              <a:ext uri="{FF2B5EF4-FFF2-40B4-BE49-F238E27FC236}">
                <a16:creationId xmlns:a16="http://schemas.microsoft.com/office/drawing/2014/main" id="{959C2DCD-6693-1CCE-976E-6B05CEA76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4" y="971550"/>
            <a:ext cx="4744302" cy="286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75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759F-1A59-5CBB-F24F-DA2CDBCF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0534650" cy="7039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Model Training Performance (Accuracy and Loss)</a:t>
            </a:r>
            <a:br>
              <a:rPr lang="en-US" b="1" dirty="0"/>
            </a:br>
            <a:endParaRPr lang="en-IN" dirty="0"/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40A1883F-E4CE-4157-961A-69C5210F47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0" y="872186"/>
            <a:ext cx="3353855" cy="15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0">
            <a:extLst>
              <a:ext uri="{FF2B5EF4-FFF2-40B4-BE49-F238E27FC236}">
                <a16:creationId xmlns:a16="http://schemas.microsoft.com/office/drawing/2014/main" id="{D2A7E1AC-E75F-5E5A-BFB3-19709ABE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76" y="3044822"/>
            <a:ext cx="3390399" cy="15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0">
            <a:extLst>
              <a:ext uri="{FF2B5EF4-FFF2-40B4-BE49-F238E27FC236}">
                <a16:creationId xmlns:a16="http://schemas.microsoft.com/office/drawing/2014/main" id="{F12A2AB6-F3B2-44DB-AEA6-2D534A1CA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76" y="5066528"/>
            <a:ext cx="3426942" cy="15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0">
            <a:extLst>
              <a:ext uri="{FF2B5EF4-FFF2-40B4-BE49-F238E27FC236}">
                <a16:creationId xmlns:a16="http://schemas.microsoft.com/office/drawing/2014/main" id="{4B1382E1-2438-204C-D271-317E3DC49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768" y="5066528"/>
            <a:ext cx="3353856" cy="15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0">
            <a:extLst>
              <a:ext uri="{FF2B5EF4-FFF2-40B4-BE49-F238E27FC236}">
                <a16:creationId xmlns:a16="http://schemas.microsoft.com/office/drawing/2014/main" id="{7D435DB8-F853-C3BF-04BB-D44C7C27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962" y="3338506"/>
            <a:ext cx="3353856" cy="15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0">
            <a:extLst>
              <a:ext uri="{FF2B5EF4-FFF2-40B4-BE49-F238E27FC236}">
                <a16:creationId xmlns:a16="http://schemas.microsoft.com/office/drawing/2014/main" id="{20844E68-5234-E62E-7CBA-293314132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962" y="905192"/>
            <a:ext cx="3270779" cy="231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D712F6-F9D2-A30F-FF1E-863792EE77A5}"/>
              </a:ext>
            </a:extLst>
          </p:cNvPr>
          <p:cNvSpPr txBox="1"/>
          <p:nvPr/>
        </p:nvSpPr>
        <p:spPr>
          <a:xfrm>
            <a:off x="8046720" y="905192"/>
            <a:ext cx="3886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err="1"/>
              <a:t>MobileNet</a:t>
            </a:r>
            <a:r>
              <a:rPr lang="en-US" sz="2000" dirty="0"/>
              <a:t> and InceptionV3 clearly outperform other architectures, making them the most suitable models for fish species classification.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Simpler architectures (VGG16) show decent results, while very deep ones (ResNet50, EfficientNetB0) may need further tuning or more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Among all models, </a:t>
            </a:r>
            <a:r>
              <a:rPr lang="en-US" sz="2000" b="1" dirty="0" err="1"/>
              <a:t>MobileNet</a:t>
            </a:r>
            <a:r>
              <a:rPr lang="en-US" sz="2000" dirty="0"/>
              <a:t> and </a:t>
            </a:r>
            <a:r>
              <a:rPr lang="en-US" sz="2000" b="1" dirty="0"/>
              <a:t>InceptionV3</a:t>
            </a:r>
            <a:r>
              <a:rPr lang="en-US" sz="2000" dirty="0"/>
              <a:t> achieved the </a:t>
            </a:r>
            <a:r>
              <a:rPr lang="en-US" sz="2000" b="1" dirty="0"/>
              <a:t>highest test accuracy (~95–98%)</a:t>
            </a:r>
            <a:r>
              <a:rPr lang="en-US" sz="2000" dirty="0"/>
              <a:t>, demonstrating strong generalization and efficient feature extraction.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8300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F13C-466D-1714-682D-EA815CA2B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730" y="229234"/>
            <a:ext cx="9551670" cy="903605"/>
          </a:xfrm>
        </p:spPr>
        <p:txBody>
          <a:bodyPr>
            <a:normAutofit fontScale="90000"/>
          </a:bodyPr>
          <a:lstStyle/>
          <a:p>
            <a:r>
              <a:rPr lang="en-US" dirty="0"/>
              <a:t>🔍 Multiclass Fish Image Predictor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0E45A-CD4B-66CE-9A0B-BDA2286C0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8" y="880110"/>
            <a:ext cx="6405216" cy="2918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D94D2-F513-CF61-6ED8-6ED5C3D22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3960994"/>
            <a:ext cx="6263312" cy="287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4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A9FE-12F5-A495-AE55-4278DAC8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322"/>
            <a:ext cx="1402080" cy="640715"/>
          </a:xfrm>
        </p:spPr>
        <p:txBody>
          <a:bodyPr>
            <a:normAutofit/>
          </a:bodyPr>
          <a:lstStyle/>
          <a:p>
            <a:r>
              <a:rPr lang="en-IN" sz="2800" dirty="0"/>
              <a:t>About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361BC-409B-65DA-D49C-58E07650F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6733627" cy="3222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5064CF-F9BE-8846-2917-C94C6BAC5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1430"/>
            <a:ext cx="6915397" cy="2806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FEA90F-F597-06EB-10CD-CFD24E28E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671" y="2264268"/>
            <a:ext cx="4655410" cy="167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7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509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Fish Species Classification 🐟 </vt:lpstr>
      <vt:lpstr>Dataset Overview</vt:lpstr>
      <vt:lpstr>Data Overview-Test </vt:lpstr>
      <vt:lpstr>Dataset overview - Train Dataset</vt:lpstr>
      <vt:lpstr>Dataset overview – Validation </vt:lpstr>
      <vt:lpstr>Model Training Performance (Accuracy and Loss) </vt:lpstr>
      <vt:lpstr>🔍 Multiclass Fish Image Predictor </vt:lpstr>
      <vt:lpstr>About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M</dc:creator>
  <cp:lastModifiedBy>Keerthana M</cp:lastModifiedBy>
  <cp:revision>1</cp:revision>
  <dcterms:created xsi:type="dcterms:W3CDTF">2025-10-29T10:20:16Z</dcterms:created>
  <dcterms:modified xsi:type="dcterms:W3CDTF">2025-11-02T11:47:10Z</dcterms:modified>
</cp:coreProperties>
</file>